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35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60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Martín-Sonseca" userId="044a8a39323ca9b2" providerId="LiveId" clId="{B88C7E01-FD4F-4E6B-BE14-CB44C544E904}"/>
    <pc:docChg chg="undo custSel delSld modSld">
      <pc:chgData name="Eduardo Martín-Sonseca" userId="044a8a39323ca9b2" providerId="LiveId" clId="{B88C7E01-FD4F-4E6B-BE14-CB44C544E904}" dt="2025-11-30T22:26:24.281" v="55" actId="20577"/>
      <pc:docMkLst>
        <pc:docMk/>
      </pc:docMkLst>
      <pc:sldChg chg="modSp mod">
        <pc:chgData name="Eduardo Martín-Sonseca" userId="044a8a39323ca9b2" providerId="LiveId" clId="{B88C7E01-FD4F-4E6B-BE14-CB44C544E904}" dt="2025-11-30T11:37:23.409" v="4" actId="14100"/>
        <pc:sldMkLst>
          <pc:docMk/>
          <pc:sldMk cId="0" sldId="258"/>
        </pc:sldMkLst>
        <pc:spChg chg="mod">
          <ac:chgData name="Eduardo Martín-Sonseca" userId="044a8a39323ca9b2" providerId="LiveId" clId="{B88C7E01-FD4F-4E6B-BE14-CB44C544E904}" dt="2025-11-30T11:37:23.409" v="4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Eduardo Martín-Sonseca" userId="044a8a39323ca9b2" providerId="LiveId" clId="{B88C7E01-FD4F-4E6B-BE14-CB44C544E904}" dt="2025-11-30T11:37:47.052" v="8" actId="14100"/>
        <pc:sldMkLst>
          <pc:docMk/>
          <pc:sldMk cId="0" sldId="259"/>
        </pc:sldMkLst>
        <pc:spChg chg="mod">
          <ac:chgData name="Eduardo Martín-Sonseca" userId="044a8a39323ca9b2" providerId="LiveId" clId="{B88C7E01-FD4F-4E6B-BE14-CB44C544E904}" dt="2025-11-30T11:37:33.771" v="6" actId="3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Eduardo Martín-Sonseca" userId="044a8a39323ca9b2" providerId="LiveId" clId="{B88C7E01-FD4F-4E6B-BE14-CB44C544E904}" dt="2025-11-30T11:37:47.052" v="8" actId="1410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Eduardo Martín-Sonseca" userId="044a8a39323ca9b2" providerId="LiveId" clId="{B88C7E01-FD4F-4E6B-BE14-CB44C544E904}" dt="2025-11-30T22:26:24.281" v="55" actId="20577"/>
        <pc:sldMkLst>
          <pc:docMk/>
          <pc:sldMk cId="0" sldId="260"/>
        </pc:sldMkLst>
        <pc:spChg chg="mod">
          <ac:chgData name="Eduardo Martín-Sonseca" userId="044a8a39323ca9b2" providerId="LiveId" clId="{B88C7E01-FD4F-4E6B-BE14-CB44C544E904}" dt="2025-11-30T22:26:24.281" v="55" actId="20577"/>
          <ac:spMkLst>
            <pc:docMk/>
            <pc:sldMk cId="0" sldId="260"/>
            <ac:spMk id="7" creationId="{E201BE28-DF4B-E71F-04FA-ECC5842CD5FC}"/>
          </ac:spMkLst>
        </pc:spChg>
      </pc:sldChg>
      <pc:sldChg chg="addSp modSp mod">
        <pc:chgData name="Eduardo Martín-Sonseca" userId="044a8a39323ca9b2" providerId="LiveId" clId="{B88C7E01-FD4F-4E6B-BE14-CB44C544E904}" dt="2025-11-30T11:40:28.505" v="35" actId="113"/>
        <pc:sldMkLst>
          <pc:docMk/>
          <pc:sldMk cId="0" sldId="261"/>
        </pc:sldMkLst>
        <pc:spChg chg="add mod">
          <ac:chgData name="Eduardo Martín-Sonseca" userId="044a8a39323ca9b2" providerId="LiveId" clId="{B88C7E01-FD4F-4E6B-BE14-CB44C544E904}" dt="2025-11-30T11:40:28.505" v="35" actId="113"/>
          <ac:spMkLst>
            <pc:docMk/>
            <pc:sldMk cId="0" sldId="261"/>
            <ac:spMk id="3" creationId="{4B320188-1050-26F9-10A7-BC789CB7BC69}"/>
          </ac:spMkLst>
        </pc:spChg>
      </pc:sldChg>
      <pc:sldChg chg="del">
        <pc:chgData name="Eduardo Martín-Sonseca" userId="044a8a39323ca9b2" providerId="LiveId" clId="{B88C7E01-FD4F-4E6B-BE14-CB44C544E904}" dt="2025-11-30T11:40:38.351" v="36" actId="47"/>
        <pc:sldMkLst>
          <pc:docMk/>
          <pc:sldMk cId="0" sldId="262"/>
        </pc:sldMkLst>
      </pc:sldChg>
      <pc:sldChg chg="del">
        <pc:chgData name="Eduardo Martín-Sonseca" userId="044a8a39323ca9b2" providerId="LiveId" clId="{B88C7E01-FD4F-4E6B-BE14-CB44C544E904}" dt="2025-11-30T11:40:41.394" v="37" actId="47"/>
        <pc:sldMkLst>
          <pc:docMk/>
          <pc:sldMk cId="0" sldId="264"/>
        </pc:sldMkLst>
      </pc:sldChg>
      <pc:sldChg chg="del">
        <pc:chgData name="Eduardo Martín-Sonseca" userId="044a8a39323ca9b2" providerId="LiveId" clId="{B88C7E01-FD4F-4E6B-BE14-CB44C544E904}" dt="2025-11-30T11:40:56.354" v="38" actId="47"/>
        <pc:sldMkLst>
          <pc:docMk/>
          <pc:sldMk cId="0" sldId="266"/>
        </pc:sldMkLst>
      </pc:sldChg>
      <pc:sldChg chg="modSp mod">
        <pc:chgData name="Eduardo Martín-Sonseca" userId="044a8a39323ca9b2" providerId="LiveId" clId="{B88C7E01-FD4F-4E6B-BE14-CB44C544E904}" dt="2025-11-30T11:42:23.724" v="47" actId="404"/>
        <pc:sldMkLst>
          <pc:docMk/>
          <pc:sldMk cId="0" sldId="267"/>
        </pc:sldMkLst>
        <pc:spChg chg="mod">
          <ac:chgData name="Eduardo Martín-Sonseca" userId="044a8a39323ca9b2" providerId="LiveId" clId="{B88C7E01-FD4F-4E6B-BE14-CB44C544E904}" dt="2025-11-30T11:42:23.724" v="47" actId="404"/>
          <ac:spMkLst>
            <pc:docMk/>
            <pc:sldMk cId="0" sldId="267"/>
            <ac:spMk id="5" creationId="{3AA5A43B-EAB5-4604-F34C-F45FEE7647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" TargetMode="External"/><Relationship Id="rId3" Type="http://schemas.openxmlformats.org/officeDocument/2006/relationships/hyperlink" Target="https://developer.android.com/studio/?hl=es-419" TargetMode="External"/><Relationship Id="rId7" Type="http://schemas.openxmlformats.org/officeDocument/2006/relationships/hyperlink" Target="https://git-scm.com/abou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rebase.google.com/docs/studio?hl=es-419" TargetMode="External"/><Relationship Id="rId5" Type="http://schemas.openxmlformats.org/officeDocument/2006/relationships/hyperlink" Target="https://www.jetpackcompose.pro/" TargetMode="External"/><Relationship Id="rId4" Type="http://schemas.openxmlformats.org/officeDocument/2006/relationships/hyperlink" Target="https://kotlinlang.org/" TargetMode="Externa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0469" y="1764889"/>
            <a:ext cx="4583062" cy="1410929"/>
          </a:xfrm>
        </p:spPr>
        <p:txBody>
          <a:bodyPr>
            <a:normAutofit/>
          </a:bodyPr>
          <a:lstStyle/>
          <a:p>
            <a:r>
              <a:rPr lang="es-ES" sz="7200" b="1" dirty="0" err="1">
                <a:solidFill>
                  <a:schemeClr val="bg2">
                    <a:lumMod val="25000"/>
                  </a:schemeClr>
                </a:solidFill>
              </a:rPr>
              <a:t>GolfMaster</a:t>
            </a:r>
            <a:endParaRPr lang="es-ES" sz="7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3844" y="3326681"/>
            <a:ext cx="7616312" cy="1068643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</a:rPr>
              <a:t>Aplicación Android</a:t>
            </a: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</a:rPr>
              <a:t>Gestión de servicios en campos de golf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7F264C7-CA7D-3FE1-E82E-114C01A1B1E5}"/>
              </a:ext>
            </a:extLst>
          </p:cNvPr>
          <p:cNvSpPr txBox="1">
            <a:spLocks/>
          </p:cNvSpPr>
          <p:nvPr/>
        </p:nvSpPr>
        <p:spPr>
          <a:xfrm>
            <a:off x="916244" y="5117690"/>
            <a:ext cx="7616312" cy="135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solidFill>
                  <a:schemeClr val="bg2">
                    <a:lumMod val="25000"/>
                  </a:schemeClr>
                </a:solidFill>
              </a:rPr>
              <a:t>TRABAJO FIN DE GRADO 2ª DAM</a:t>
            </a:r>
          </a:p>
          <a:p>
            <a:r>
              <a:rPr lang="es-ES" sz="1800" b="1" dirty="0">
                <a:solidFill>
                  <a:schemeClr val="bg2">
                    <a:lumMod val="25000"/>
                  </a:schemeClr>
                </a:solidFill>
              </a:rPr>
              <a:t>Alumno: Eduardo Martin-Sonseca Alonso</a:t>
            </a:r>
          </a:p>
          <a:p>
            <a:r>
              <a:rPr lang="es-ES" sz="1800" b="1" dirty="0">
                <a:solidFill>
                  <a:schemeClr val="bg2">
                    <a:lumMod val="25000"/>
                  </a:schemeClr>
                </a:solidFill>
              </a:rPr>
              <a:t>Tutor: Víctor Vergel Rodríguez</a:t>
            </a:r>
          </a:p>
          <a:p>
            <a:endParaRPr lang="es-E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4" y="1875503"/>
            <a:ext cx="7733071" cy="3630561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Fundamentos</a:t>
            </a:r>
          </a:p>
          <a:p>
            <a:r>
              <a:rPr lang="es-ES" dirty="0"/>
              <a:t>Destinatarios</a:t>
            </a:r>
          </a:p>
          <a:p>
            <a:r>
              <a:rPr lang="es-ES" dirty="0"/>
              <a:t>Objetivos de la aplicación</a:t>
            </a:r>
          </a:p>
          <a:p>
            <a:r>
              <a:rPr lang="es-ES" dirty="0"/>
              <a:t>Metodología</a:t>
            </a:r>
          </a:p>
          <a:p>
            <a:r>
              <a:rPr lang="es-ES" dirty="0"/>
              <a:t>Temporización</a:t>
            </a:r>
          </a:p>
          <a:p>
            <a:r>
              <a:rPr lang="es-ES" dirty="0"/>
              <a:t>Recursos utilizados en el proyecto</a:t>
            </a:r>
          </a:p>
          <a:p>
            <a:r>
              <a:rPr lang="es-ES" dirty="0"/>
              <a:t>Líneas de trabajo futuras</a:t>
            </a:r>
          </a:p>
          <a:p>
            <a:endParaRPr lang="es-ES" dirty="0"/>
          </a:p>
          <a:p>
            <a:endParaRPr lang="es-ES" dirty="0"/>
          </a:p>
          <a:p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Fundament</a:t>
            </a:r>
            <a:r>
              <a:rPr lang="es-ES" u="sng" dirty="0"/>
              <a:t>os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104"/>
            <a:ext cx="8229600" cy="2818935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Durante el transcurso del ciclo he adquirido los conocimientos suficientes para desarrollar una aplicación relacionada con el golf, soy practicante de este deporte y como usuario entiendo que esta aplicación puede facilitar el acceso a los servicios de los campos.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/>
              <a:t>Destinatarios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84987"/>
          </a:xfrm>
        </p:spPr>
        <p:txBody>
          <a:bodyPr/>
          <a:lstStyle/>
          <a:p>
            <a:endParaRPr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 aplicación está destinada a todos los usuarios y gestores de los campos de golf, sin límite de edad, y siempre que dispongan de un Smartphone, una conexión a internet y estén registrados en la aplicación.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Objetivos</a:t>
            </a:r>
            <a:r>
              <a:rPr lang="es-ES" u="sng" dirty="0"/>
              <a:t> de la aplicación</a:t>
            </a:r>
            <a:endParaRPr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01BE28-DF4B-E71F-04FA-ECC5842CD5FC}"/>
              </a:ext>
            </a:extLst>
          </p:cNvPr>
          <p:cNvSpPr txBox="1"/>
          <p:nvPr/>
        </p:nvSpPr>
        <p:spPr>
          <a:xfrm>
            <a:off x="457200" y="2248785"/>
            <a:ext cx="8229600" cy="307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objetivo fundamental de esta  aplicación es facilitar tanto a los usuarios como a los gestores de los campos de golf el intercambio de la información general de manera  actualizada, la  reserva de estos servicios, mejorar</a:t>
            </a:r>
            <a:r>
              <a:rPr lang="es-ES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 manera continuada la   interacción con usuarios obteniendo una clara mejora  de las relaciones entre usuario y clubes de golf.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 err="1"/>
              <a:t>Metodologia</a:t>
            </a:r>
            <a:endParaRPr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6DFBE1-7235-5C75-9F05-CBDB2A87A4FC}"/>
              </a:ext>
            </a:extLst>
          </p:cNvPr>
          <p:cNvSpPr txBox="1"/>
          <p:nvPr/>
        </p:nvSpPr>
        <p:spPr>
          <a:xfrm>
            <a:off x="679622" y="1275526"/>
            <a:ext cx="7784756" cy="3907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aplicación  esta basada en Android, recibirá los datos mediante la plataforma de servicio en la nube </a:t>
            </a:r>
            <a:r>
              <a:rPr lang="es-ES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Firebase </a:t>
            </a: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destinada a la creación y modificación de aplicaciones móviles.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Utiliza 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IDE </a:t>
            </a:r>
            <a:r>
              <a:rPr lang="es-ES" sz="26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Android Studio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como lenguaje de programación </a:t>
            </a:r>
            <a:r>
              <a:rPr lang="es-ES" sz="2600" u="sng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Kotlin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, como </a:t>
            </a:r>
            <a:r>
              <a:rPr lang="es-ES" sz="2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600" u="sng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Jetpack</a:t>
            </a:r>
            <a:r>
              <a:rPr lang="es-ES" sz="26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 </a:t>
            </a:r>
            <a:r>
              <a:rPr lang="es-ES" sz="2600" u="sng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Compose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para la gestión de base de datos se utiliza </a:t>
            </a:r>
            <a:r>
              <a:rPr lang="es-ES" sz="26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Firebase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para el control de versiones </a:t>
            </a:r>
            <a:r>
              <a:rPr lang="es-ES" sz="26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Git</a:t>
            </a:r>
            <a:r>
              <a:rPr lang="es-E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s-ES" sz="26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GitHub</a:t>
            </a:r>
            <a:endParaRPr lang="es-ES" sz="2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590EA1-ECB6-1C7B-7993-F4294414EE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061" y="5341632"/>
            <a:ext cx="7498820" cy="126071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B320188-1050-26F9-10A7-BC789CB7BC69}"/>
              </a:ext>
            </a:extLst>
          </p:cNvPr>
          <p:cNvSpPr txBox="1"/>
          <p:nvPr/>
        </p:nvSpPr>
        <p:spPr>
          <a:xfrm>
            <a:off x="3185652" y="5787325"/>
            <a:ext cx="1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FIREBASE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Temporalización</a:t>
            </a:r>
            <a:endParaRPr dirty="0"/>
          </a:p>
        </p:txBody>
      </p:sp>
      <p:sp>
        <p:nvSpPr>
          <p:cNvPr id="8" name="AutoShape 8" descr="Rory McIlroy sobrevive al dramático desenlace del Masters para ser leyenda  del golf | Golf">
            <a:extLst>
              <a:ext uri="{FF2B5EF4-FFF2-40B4-BE49-F238E27FC236}">
                <a16:creationId xmlns:a16="http://schemas.microsoft.com/office/drawing/2014/main" id="{64691B67-59A1-BF6F-DEA4-BE761D0132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B46B83-FB49-4C1A-D29E-145F04F4DBDD}"/>
              </a:ext>
            </a:extLst>
          </p:cNvPr>
          <p:cNvSpPr txBox="1"/>
          <p:nvPr/>
        </p:nvSpPr>
        <p:spPr>
          <a:xfrm>
            <a:off x="1657591" y="6214030"/>
            <a:ext cx="61574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Total 52 dias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F4E89AA-2A99-6827-3AFB-C185C15CB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591" y="1301864"/>
            <a:ext cx="6133617" cy="491216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/>
              <a:t>Recursos utilizados en el proyecto </a:t>
            </a:r>
            <a:endParaRPr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B9850D-4FD9-8980-E1DE-98BD0B57A915}"/>
              </a:ext>
            </a:extLst>
          </p:cNvPr>
          <p:cNvSpPr txBox="1"/>
          <p:nvPr/>
        </p:nvSpPr>
        <p:spPr>
          <a:xfrm>
            <a:off x="247134" y="1538463"/>
            <a:ext cx="8229599" cy="388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Humanos:</a:t>
            </a:r>
            <a:endParaRPr lang="es-E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proyecto lo he realizado de manera personal  con la ayuda de mi tutor de TFG, amigos  que me revisaron y aconsejaron sobre el proyecto y familiares que siempre muestran su apoyo  incondicional.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Espaciales: </a:t>
            </a:r>
            <a:endParaRPr lang="es-E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desarrollo del proyecto se ha llevado a cabo en un lugar en el cual se disponía de los recursos necesarios, como, ordenador, internet, silencio, en definitiva, un lugar en el que poder mantener la concentración.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Materiales</a:t>
            </a:r>
            <a:r>
              <a:rPr lang="es-E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Herramienta software, smartphone y un ordenador con Windows 11 Pro.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0" r="-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Conclusiones</a:t>
            </a:r>
            <a:r>
              <a:rPr dirty="0"/>
              <a:t> y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37022"/>
          </a:xfrm>
        </p:spPr>
        <p:txBody>
          <a:bodyPr/>
          <a:lstStyle/>
          <a:p>
            <a:endParaRPr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Tanto la aplicación de golf como su mantenimiento, espero que siga creciendo según el </a:t>
            </a:r>
            <a:r>
              <a:rPr lang="es-ES" sz="2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feedback</a:t>
            </a: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recibido.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Tengo pendiente de implementar los siguientes cambios: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A5A43B-EAB5-4604-F34C-F45FEE764773}"/>
              </a:ext>
            </a:extLst>
          </p:cNvPr>
          <p:cNvSpPr txBox="1"/>
          <p:nvPr/>
        </p:nvSpPr>
        <p:spPr>
          <a:xfrm>
            <a:off x="1087394" y="4312511"/>
            <a:ext cx="7278130" cy="205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s-ES" sz="20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Incluir pasarela de pago, ya que, en el golf, no se suelen abonar las partidas por anticipado.</a:t>
            </a:r>
          </a:p>
          <a:p>
            <a:pPr marL="342900" indent="-342900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Font typeface="Wingdings" panose="05000000000000000000" pitchFamily="2" charset="2"/>
              <a:buChar char="ü"/>
              <a:defRPr/>
            </a:pPr>
            <a:r>
              <a:rPr lang="es-ES" sz="2000" dirty="0">
                <a:latin typeface="Aptos" panose="020B0004020202020204" pitchFamily="34" charset="0"/>
              </a:rPr>
              <a:t>Que el usuario pueda modificar su foto de perfil.</a:t>
            </a:r>
          </a:p>
          <a:p>
            <a:pPr marL="342900" indent="-342900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Font typeface="Wingdings" panose="05000000000000000000" pitchFamily="2" charset="2"/>
              <a:buChar char="ü"/>
              <a:defRPr/>
            </a:pPr>
            <a:r>
              <a:rPr lang="es-ES" sz="2000" dirty="0">
                <a:latin typeface="Aptos" panose="020B0004020202020204" pitchFamily="34" charset="0"/>
              </a:rPr>
              <a:t>Mejoras en la parte de eventos, crear una lista de ranking de amigos mi opinión es que llegara con el tiempo.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 descr="Sergio García renuncia a los Juegos Olímpicos | Onda Cero Radio">
            <a:extLst>
              <a:ext uri="{FF2B5EF4-FFF2-40B4-BE49-F238E27FC236}">
                <a16:creationId xmlns:a16="http://schemas.microsoft.com/office/drawing/2014/main" id="{F37478C0-E478-02D2-F825-74D3006260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79967B-8161-492F-7A18-D5DED3AAA547}"/>
              </a:ext>
            </a:extLst>
          </p:cNvPr>
          <p:cNvSpPr txBox="1"/>
          <p:nvPr/>
        </p:nvSpPr>
        <p:spPr>
          <a:xfrm>
            <a:off x="1317523" y="2321004"/>
            <a:ext cx="681375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800" b="1" dirty="0"/>
              <a:t>GRACIAS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520338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450</Words>
  <Application>Microsoft Office PowerPoint</Application>
  <PresentationFormat>Presentación en pantalla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GolfMaster</vt:lpstr>
      <vt:lpstr>Índice</vt:lpstr>
      <vt:lpstr>Fundamentos</vt:lpstr>
      <vt:lpstr>Destinatarios</vt:lpstr>
      <vt:lpstr>Objetivos de la aplicación</vt:lpstr>
      <vt:lpstr>Metodologia</vt:lpstr>
      <vt:lpstr>Temporalización</vt:lpstr>
      <vt:lpstr>Recursos utilizados en el proyecto </vt:lpstr>
      <vt:lpstr>Conclusiones y Futuro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GolfMaster</dc:title>
  <dc:subject/>
  <dc:creator>USUARIO</dc:creator>
  <cp:keywords/>
  <dc:description>generated using python-pptx</dc:description>
  <cp:lastModifiedBy>Eduardo Martín-Sonseca</cp:lastModifiedBy>
  <cp:revision>8</cp:revision>
  <dcterms:created xsi:type="dcterms:W3CDTF">2013-01-27T09:14:16Z</dcterms:created>
  <dcterms:modified xsi:type="dcterms:W3CDTF">2025-11-30T22:28:01Z</dcterms:modified>
  <cp:category/>
</cp:coreProperties>
</file>